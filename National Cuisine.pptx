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2E32D-3766-4286-BDCA-430D4B14A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A4E744-EA65-41F8-96AA-72CF01987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25412F-480D-4FAC-A896-9A835EFF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D74B4-38DF-4A72-982F-84F59604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7D4C2A-16E9-45F7-93CC-F11A3990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271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AD6EE-CA9A-426A-AF6B-318DEDB10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36586-3191-48ED-8B99-6BB013881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346C48-8B83-48D6-A918-687D5FB58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BEFFAE-EE03-4D06-BAB3-190A1A68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495ED-51B6-4A90-93AB-342BF3AC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2965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38DA28-2557-48C9-B092-9464C3B2E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B85B0-B06F-4DC9-9E69-6C951D975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4929CF-D377-46E5-BFC4-B6941DF95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B62042-433A-4356-B655-A33D9FE2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D40888-0B69-43ED-9171-B87B0E72B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8398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3FAC63-DFDD-4BBC-A6BC-2DB63BE7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3645CC-CCD9-499D-BADB-09E787A0F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C08B86-F64D-440C-A007-0201C9F6A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4142FA-9D27-4A6C-803C-95C9272B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EA094A-FD72-4C2B-BE07-1F469252D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5E5D51-FF63-4BD4-811B-75FD10EE5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303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11CDD-DC40-4CD4-A9AC-D3397D72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D67B8E-9E33-40AB-BC92-15A4990E7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23256E-0F05-495D-BAAD-11A2E9DD6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472AB47-5397-4B83-98C9-60DEFF0BC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0EA7A2-6B5A-49B0-A2B1-3D83C65C9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AA4FC7-7994-4740-AE79-39B7C275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11B67D7-BE6C-4F3A-BE5B-92E281DE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6947A7-270C-4C51-BC5C-CCB62179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7415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A844E8-2554-4A01-9D55-EC8A5FA6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3E6103D-FBD4-4E5A-B6D9-DA6900745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A44A6F-5C66-4E08-9CA9-D08F7DC6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398CE1-F1AE-4727-806E-18FEE711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662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D57D54-B6A8-49C3-BDF5-FEDE7521D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2C4B51-BB93-4FE3-AF4C-D1A9EDA4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0C4DD8-4BE2-4041-8AE3-7821305A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334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25780-A453-42FF-8D4D-F20E63825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354851-708F-4DC5-9544-E027BA4D1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DD3370-43B5-400B-A2D4-0126788DF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745604-EFDA-4DAB-B897-25EEE275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8B926D-F237-43CA-B198-C9D8CCB9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DC3DED-8B36-4E1B-A552-671ED8D3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3732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F8C430-0FD5-461C-929B-A7B707BCC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0358B9-2AF3-455B-AFF8-70F72F07C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C333D0-87D5-495C-8F64-BDA20841F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4E8A33-4467-436E-823D-5E68B748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90194A-3BA2-4F24-AA6A-8CA240A05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7A0B48-77F5-4AF8-B3AF-C92896DC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733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A4DA1-45C9-4A96-83D2-0F710CD05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B3170B-8CE0-44F5-8D16-0054C34E3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F834FE-2D37-46E1-BF52-C88CE4856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A33A7A-C411-4778-A4DF-F551A989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2F6632-E2D7-4B01-AC25-ACBE25CC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9656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9D826B-D386-4D71-B407-1532CBCE9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A990E6-A89E-413E-B37B-7ECFF9F0A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23FF91-BEF3-4526-A26F-DAFC87EF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884D78-5D3D-4E7C-869D-74857B0A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46EF46-55BE-4991-BF78-F14CFCA2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084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32FDF-17C2-4ED8-A507-BBC5BAB9B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73FE5B-D1EA-42F4-82CB-6A0D8D88F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69A1ED-31A4-4254-BDC0-824B69247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AA55E-6A6F-45E6-BEF2-D1BF8E59CF00}" type="datetimeFigureOut">
              <a:rPr lang="LID4096" smtClean="0"/>
              <a:t>03/24/2026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AED294-E44C-4CB5-87C3-FC268EA2B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38F182-EB64-4847-9387-C68C85EBF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E86D6-90FB-450B-9888-10E6405A2BA4}" type="slidenum">
              <a:rPr lang="LID4096" smtClean="0"/>
              <a:t>‹#›</a:t>
            </a:fld>
            <a:endParaRPr lang="LID4096"/>
          </a:p>
        </p:txBody>
      </p:sp>
      <p:pic>
        <p:nvPicPr>
          <p:cNvPr id="1026" name="Picture 2" descr="Потертый серый металлический узор: смотрите и скачивайте изображения —  Яндекс Картинки">
            <a:extLst>
              <a:ext uri="{FF2B5EF4-FFF2-40B4-BE49-F238E27FC236}">
                <a16:creationId xmlns:a16="http://schemas.microsoft.com/office/drawing/2014/main" id="{E2C504EF-5E45-4C10-883C-A0E1463E0E2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4" y="0"/>
            <a:ext cx="121967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3699DE0-1E34-4E2B-9B67-F4221383C1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92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94679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385698-3089-413F-9B5D-DC5F1F7D6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EDE878-D26E-470F-9727-EE95B8629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43777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2026-03-23T23:02:39Z</dcterms:created>
  <dcterms:modified xsi:type="dcterms:W3CDTF">2026-03-23T23:05:06Z</dcterms:modified>
</cp:coreProperties>
</file>